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24AEA14-7E08-4872-8471-373057AEB4CA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BA41-2787-E1C3-9D33-30DBDBDB8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BF5AD-C371-B555-E274-4DE8AA638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7E273-2F0E-5DD7-B7E2-C953EA31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D41A2-2C0D-AE9E-AADF-5E84E997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4D80C-B870-7FE7-70D3-4F0905CC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146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569C-6596-494B-4765-DE3D536D9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C9AE5-979D-08B3-94E5-2931FC3E3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45673-6BE5-9E06-DEEF-BB27AD52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7BE49-63AB-6E6A-D744-A1D8CAF9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A867D-CB99-F9FD-47F3-835CC94B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28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01F8-66FA-8656-DC42-D910E9DD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293A6-8E4D-EF5A-928E-B96286D98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B0DC-48B9-9B8F-086D-776EBE3F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A4FC3-719C-3E20-A662-5A3CC4218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C286B-DE5B-52AB-C744-A073F727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47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F1F60-E5D3-E77B-965E-DDB09D55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B66B-805E-CF6F-56DE-DCA15A6EE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4C973-37EC-09D6-54CF-25A1D54C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BC5-228C-5ABD-5BC3-539782DC5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94479-37DE-F46D-CDC4-B751A987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941F0-D789-4E8C-5E6D-FCBECE65E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1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399D-33C0-D539-FE0E-04044147B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86C0B-973B-6957-E7B0-48D110674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3F87D-ACAB-EC53-E2A1-15D850D56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1AFB5C-EA5F-9415-7928-A3D4625AB0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B801C-B3DE-4A36-FD40-385516D59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7C457-C233-FBAA-1062-B61B68F43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7A8EBC-2E86-5C7B-5113-D798B3B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79745-13AA-1F8E-1246-329278B5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5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6A0F-8A55-E907-9A8F-80069A0A2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AF7CE-08D8-F18E-F40A-FB037110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AAC2E-E362-7F93-FD8E-74441D1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9DC9F-158A-A1CC-4F82-7EA456B55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11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84819-B054-D035-1F2E-66AB377F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741C2-D2A1-3324-7D56-4CEF29BF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1032A-6710-1B4E-A07C-44876745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68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EE55-70E7-27CA-6656-1FEEEBE20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30AC-149B-A07A-3C14-FDC75ACE8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9CEF5-1C18-FE87-9CE2-18CA40E8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6822A-C53B-69B7-FF33-C73EB80C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54884-5DAC-6CAD-6847-ED798942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D0D4E-9701-D206-2351-FC66CCE3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831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DBBC-3051-27DA-8E06-2E9428DF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667D8-65F8-EB4B-2FC2-74AEA949CC8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9AC15-FD08-3DF4-7818-03C3D834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E9F1D-3284-8A66-CC00-DBE9A728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4AE9D-9863-33AF-FE80-B97037C3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62E85-2D7F-CB24-2255-2C957CF1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65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3CEF0-763A-C169-B21D-C493B2A6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08BE0-E71E-BB7F-05AF-0E5040E04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96CA2-D5EF-5EA3-C371-25B34136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4A154-83BF-1183-6F82-3DE8C12D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FB17D-05AC-209B-15B2-79976507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95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B74C7-EAB4-558C-CCED-7558F8777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F2FB0-519A-3ECC-7216-165E3582F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0FB46-0CDA-29BF-3030-4BDA3DF8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BF3FB-2F4E-27BC-F59C-8D82B62E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3B2D3-5AB7-D499-683A-EA19F8428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31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7FB4B6-E380-D52B-0544-08317F322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DD742-5A0F-EDDA-CCBF-1973E646B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E6F9D-B401-15DD-DF22-0A9125C79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3959E2-377D-49E5-853C-0403898BDFAD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F2F00-0919-0B44-FB5B-6E97195D2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780CB-ED7D-4552-66AE-0455A217D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8A81FC-7896-4C78-AEA6-F7ABC05913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73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79B40-215C-4EC3-578E-8851CAC63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201"/>
            <a:ext cx="9144000" cy="599440"/>
          </a:xfrm>
        </p:spPr>
        <p:txBody>
          <a:bodyPr>
            <a:normAutofit/>
          </a:bodyPr>
          <a:lstStyle/>
          <a:p>
            <a:r>
              <a:rPr lang="en-IN" sz="1600" b="1" dirty="0"/>
              <a:t>Ex.No.-1.1-Design and Draft the given 2D Sketches in modelling software.</a:t>
            </a:r>
            <a:br>
              <a:rPr lang="en-IN" sz="1600" b="1" dirty="0"/>
            </a:b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CA3B4-ACAD-B423-76E4-5BB44325CD21}"/>
              </a:ext>
            </a:extLst>
          </p:cNvPr>
          <p:cNvSpPr txBox="1"/>
          <p:nvPr/>
        </p:nvSpPr>
        <p:spPr>
          <a:xfrm>
            <a:off x="132080" y="675208"/>
            <a:ext cx="1223518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AIM</a:t>
            </a:r>
          </a:p>
          <a:p>
            <a:r>
              <a:rPr lang="en-IN" sz="1200" dirty="0"/>
              <a:t>To sketch the given drawing with dimensions using fusion 360 tool.</a:t>
            </a:r>
          </a:p>
          <a:p>
            <a:endParaRPr lang="en-IN" dirty="0"/>
          </a:p>
          <a:p>
            <a:r>
              <a:rPr lang="en-IN" sz="1400" b="1" dirty="0"/>
              <a:t>REQUIREMENTS</a:t>
            </a:r>
          </a:p>
          <a:p>
            <a:pPr lvl="0"/>
            <a:r>
              <a:rPr lang="en-IN" sz="1200" dirty="0"/>
              <a:t>1. Autodesk fusion 360</a:t>
            </a:r>
          </a:p>
          <a:p>
            <a:pPr lvl="0"/>
            <a:r>
              <a:rPr lang="en-IN" sz="1200" dirty="0"/>
              <a:t>2. Windows 10</a:t>
            </a:r>
          </a:p>
          <a:p>
            <a:pPr lvl="0"/>
            <a:r>
              <a:rPr lang="en-IN" sz="1200" dirty="0"/>
              <a:t>3. 16 GB of RAM (integrated graphics recommend 2 GB or more)</a:t>
            </a:r>
          </a:p>
          <a:p>
            <a:pPr lvl="0"/>
            <a:r>
              <a:rPr lang="en-IN" sz="1200" dirty="0"/>
              <a:t>4. 2.5 Mbps or faster download; 500 Kbps or faster upload</a:t>
            </a:r>
          </a:p>
          <a:p>
            <a:endParaRPr lang="en-IN" dirty="0"/>
          </a:p>
          <a:p>
            <a:r>
              <a:rPr lang="en-IN" sz="1400" b="1" dirty="0"/>
              <a:t>PROCEDURE</a:t>
            </a:r>
          </a:p>
          <a:p>
            <a:r>
              <a:rPr lang="en-US" sz="1200" dirty="0"/>
              <a:t> 1. Open New File: Initialize a blank design project in the modeling software and select the Sketch tool icon.</a:t>
            </a:r>
          </a:p>
          <a:p>
            <a:r>
              <a:rPr lang="en-US" sz="1200" dirty="0"/>
              <a:t> 2. Select Sketch Plane: Choose the appropriate reference plane (XY, YZ, or XZ) to begin drawing.</a:t>
            </a:r>
          </a:p>
          <a:p>
            <a:r>
              <a:rPr lang="en-US" sz="1200" dirty="0"/>
              <a:t> 3. Draw Geometric Shapes: Use foundational sketching tools like Line, Circle, Rectangle, or Arc to build the initial 2D geometry.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4. Modify &amp; Edit Sketch: Apply modification tools such as Fillet, Chamfer, Trim, Extend, or Offset to refine and clean up the sketch.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IN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71CD8A-353E-DD72-E70D-F96272003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03" y="3553428"/>
            <a:ext cx="1489768" cy="183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E08734F-EFBC-F70C-70C7-CC6F63D52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3" y="130265"/>
            <a:ext cx="1318374" cy="1800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2623B7-74BD-5D5B-CFAE-E81A7B663D77}"/>
              </a:ext>
            </a:extLst>
          </p:cNvPr>
          <p:cNvSpPr txBox="1"/>
          <p:nvPr/>
        </p:nvSpPr>
        <p:spPr>
          <a:xfrm>
            <a:off x="34724" y="2118167"/>
            <a:ext cx="120068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Inspect &amp; Verify Dimensions: Use the Inspect / Measure feature to verify the dimensions and ensure exact geometric accuracy.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IN" sz="1200" dirty="0"/>
              <a:t>6.After finishing the sketch use finish sketch option to finalize the sketch.</a:t>
            </a:r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7.</a:t>
            </a:r>
            <a:r>
              <a:rPr lang="en-IN" dirty="0"/>
              <a:t> </a:t>
            </a:r>
            <a:r>
              <a:rPr lang="en-IN" sz="1200" dirty="0"/>
              <a:t>After finishing the sketch switch to drawing mode to plot the sketch in ISO standard.</a:t>
            </a:r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2A5ECE-EBB6-45D3-0987-AEFBA641A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3" y="2522160"/>
            <a:ext cx="1318374" cy="15164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487CDF7-E758-6D44-35D3-BD1AF59E1F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2" y="4764360"/>
            <a:ext cx="1318373" cy="103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2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85A749-0C60-D596-80EC-9A23B67FE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63" y="177291"/>
            <a:ext cx="1969817" cy="111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D1494B-E192-2CF2-6610-311CB9589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30" y="1690688"/>
            <a:ext cx="2241904" cy="20826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C1FF1E-C43F-C605-998E-A2CD7A1C9F2F}"/>
              </a:ext>
            </a:extLst>
          </p:cNvPr>
          <p:cNvSpPr txBox="1"/>
          <p:nvPr/>
        </p:nvSpPr>
        <p:spPr>
          <a:xfrm>
            <a:off x="0" y="3877519"/>
            <a:ext cx="12026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SKETCHS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3B1B49-8B73-611F-21E1-7363701C8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63" y="4271058"/>
            <a:ext cx="3471268" cy="24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713113-C7DA-3069-31E7-C5746E867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26" y="385012"/>
            <a:ext cx="5092861" cy="3371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BA47DB-1601-1DBE-1F08-DBB0D2DC54BA}"/>
              </a:ext>
            </a:extLst>
          </p:cNvPr>
          <p:cNvSpPr txBox="1"/>
          <p:nvPr/>
        </p:nvSpPr>
        <p:spPr>
          <a:xfrm>
            <a:off x="94526" y="4281762"/>
            <a:ext cx="1200294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RESULT</a:t>
            </a:r>
          </a:p>
          <a:p>
            <a:r>
              <a:rPr lang="en-IN" sz="1200" dirty="0"/>
              <a:t>Thus the given sketch is drawn and drafted using fusion 360 tool.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0283A-E4AC-005E-5F0B-E8D6363ED966}"/>
              </a:ext>
            </a:extLst>
          </p:cNvPr>
          <p:cNvSpPr txBox="1"/>
          <p:nvPr/>
        </p:nvSpPr>
        <p:spPr>
          <a:xfrm>
            <a:off x="0" y="0"/>
            <a:ext cx="7964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  OUTPUT</a:t>
            </a:r>
          </a:p>
        </p:txBody>
      </p:sp>
    </p:spTree>
    <p:extLst>
      <p:ext uri="{BB962C8B-B14F-4D97-AF65-F5344CB8AC3E}">
        <p14:creationId xmlns:p14="http://schemas.microsoft.com/office/powerpoint/2010/main" val="203654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246</Words>
  <Application>Microsoft Office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Ex.No.-1.1-Design and Draft the given 2D Sketches in modelling software.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2</cp:revision>
  <dcterms:created xsi:type="dcterms:W3CDTF">2026-10-19T15:34:33Z</dcterms:created>
  <dcterms:modified xsi:type="dcterms:W3CDTF">2026-10-19T17:06:16Z</dcterms:modified>
</cp:coreProperties>
</file>